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5ce07eb4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5ce07eb4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5ce07eb4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5ce07eb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5ce07eb4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5ce07eb4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5ce07eb4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5ce07eb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5ce07eb4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5ce07eb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5ce07eb4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5ce07eb4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5ce07eb4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5ce07eb4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5ce07eb4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5ce07eb4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5ce07eb4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5ce07eb4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5ce07eb4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5ce07eb4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5ce07eb4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5ce07eb4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5ce07eb4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5ce07eb4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5ce07eb4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5ce07eb4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5ce07eb4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5ce07eb4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5ce07eb4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5ce07eb4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5ce07eb4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5ce07eb4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224"/>
            <a:ext cx="9143999" cy="497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725" y="296675"/>
            <a:ext cx="8121850" cy="440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481"/>
            <a:ext cx="9143999" cy="4966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287"/>
            <a:ext cx="9144000" cy="496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648"/>
            <a:ext cx="9143999" cy="4974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880"/>
            <a:ext cx="9144000" cy="495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42900"/>
            <a:ext cx="822960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" y="100013"/>
            <a:ext cx="9134475" cy="49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634"/>
            <a:ext cx="9143998" cy="4982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582"/>
            <a:ext cx="9144000" cy="4974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613" y="681038"/>
            <a:ext cx="6962775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066"/>
            <a:ext cx="9144000" cy="498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/>
        </p:nvSpPr>
        <p:spPr>
          <a:xfrm>
            <a:off x="0" y="0"/>
            <a:ext cx="90438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This playbook helps you set up real estate appointment booking so leads don’t ghost, showings don’t collide, and your calendar stops running your life.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Design your “appointment menu” like a real agent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Most real estate agent scheduling software fails when every meeting is treated the same. Start by separating the appointments that need different prep, travel, and decision-makers.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Buyer consultation (first call) versus buyer showing (in-person).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Listing consultation versus seller follow-up (pricing, staging, paperwork).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Offer strategy call, inspection follow-up, appraisal call, closing coordination.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Open house slots (time-window blocks), not 1:1 meetings.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Qualify before you give away prime slots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You don’t need a “long form.” You need the few answers that stop mismatched meetings and wasted driving. Put this directly in your real estate appointment booking flow.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Are you buying, selling, or both? Desired timeline.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Preferred neighborhoods or commute constraints.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Budget range or price expectation (optional but useful).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Financing status: cash, pre-approved, speaking to a lender, not started.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Who will attend: decision-maker(s) only, or also family/partners.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Use scheduling rules that match fieldwork, not deskwork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Real estate scheduling is not “back-to-back Zoom calls.” Your rules should protect blocks for travel, prep, and follow-ups.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/>
        </p:nvSpPr>
        <p:spPr>
          <a:xfrm>
            <a:off x="0" y="0"/>
            <a:ext cx="87867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Set different availability for in-person showings versus virtual calls.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Keep “deep work” blocks for CMAs, listing decks, and negotiation windows.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Cap daily showings (yes, cap them) so quality stays high.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minimum notice periods so you’re not sprinting across town in 30 minutes.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Make travel time a first-class citizen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Clients will happily book a showing across the city right after a showing on the other side. Your system shouldn’t allow that.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Build buffers between in-person appointments for travel and parking.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location-based booking notes: “Meeting point,” “unit access,” “gate code,” “parking instructions.”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If you serve multiple areas, split availability by region (or dedicate days to zones).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For global audiences: include timezone-safe confirmations for virtual consults.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 meetings based on intent and urgency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This is the part that makes you rank above generic blogs: real lead routing is what agents actually need. “One calendar link” is not enough for teams.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travel time a first-class citizen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Clients will happily book a showing across the city right after a showing on the other side. Your system shouldn’t allow that.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Build buffers between in-person appointments for travel and parking.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location-based booking notes: “Meeting point,” “unit access,” “gate code,” “parking instructions.”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serve multiple areas, split availability by region (or dedicate days to zones).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global audiences: include timezone-safe confirmations for virtual consults.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Route meetings based on intent and urgency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the part that makes you rank above generic blogs: real lead routing is what agents actually need. “One calendar link” is not enough for teams.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/>
        </p:nvSpPr>
        <p:spPr>
          <a:xfrm>
            <a:off x="787800" y="520275"/>
            <a:ext cx="75684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Buyers within 30 days get priority slots; long-horizon buyers get standard slots.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Seller leads requesting a pricing conversation get routed to listing specialists.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High-intent leads (pre-approved, specific address, urgent timeline) can skip straight to a tighter calendar.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New leads can start with a shorter call, then unlock showings after qualification.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Reduce no-shows with confirmation content that feels professional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Real estate no-shows often happen because the client isn’t sure what the meeting is for, where it is, or what to bring. Fix that at booking.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Auto-send the agenda: “what we’ll cover” in 3–5 lines.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Include meeting mode clearly: phone, video, office, property address.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For showings: include ID requirements, access notes, and a “be on time” line.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Include a reschedule link that works on mobile, because that’s where most clients live.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Build “showing blocks” instead of letting clients pick random times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If you do showings, letting clients freely pick any time creates chaos. A better pattern is controlled windows.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Create showing windows like “Saturday Showings (2-hour block)” and then confirm the exact property order after.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Or offer fixed showing start times that align with your route planning (for example, top of the hour only).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Keep a separate “same-day showing request” option that triggers a quick approval workflow.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Use team scheduling rules that don’t create internal conflict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If you’re a brokerage team, “round-robin” alone can be a mess. Real estate teams need fairness and context.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Round-robin only for new inbound leads; route repeat clients back to the same agent.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Make coverage rules explicit: weekends, evenings, vacation coverage, time-off protection.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Lock certain meeting types to certain roles (listing consults to listing agents, showing assistants to showings).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Ensure notes collected at booking are visible to the assigned agent instantly.</a:t>
            </a:r>
            <a:endParaRPr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/>
        </p:nvSpPr>
        <p:spPr>
          <a:xfrm>
            <a:off x="0" y="0"/>
            <a:ext cx="8727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lead source without annoying the client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estate agent scheduling software should help you learn which channels actually produce serious clients, without asking invasive questions.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simple “How did you find me?” field (referral, Instagram, Google, portal, signboard, other).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Store UTM/source data automatically if the booking link comes from ads or campaigns.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Tag bookings by appointment type so you can see what converts into transactions.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Copy-paste templates that make your booking flow feel premium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small lines reduce confusion and protect your time, especially for first-time buyers and sellers.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Buyer consult intro: “We’ll clarify your timeline, budget range, preferred areas, and next steps so you leave with a plan.”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Showing expectations: “Please arrive on time. If you’re more than 10 minutes late, we may need to reschedule to respect access windows and other appointments.”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Reschedule nudge: “If your schedule changes, please use the reschedule link instead of replying to the confirmation message.”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prepare: “If you have a lender pre-approval letter or a target monthly budget, bring it. If not, no stress, we’ll cover options.”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